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F08C00"/>
                </a:solidFill>
                <a:latin typeface="Segoe UI"/>
              </a:rPr>
              <a:t>STC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egoe UI"/>
              </a:rPr>
              <a:t>Sanity Tests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200" b="0">
                <a:solidFill>
                  <a:srgbClr val="CCD5E0"/>
                </a:solidFill>
                <a:latin typeface="Segoe UI"/>
              </a:rPr>
              <a:t>48 page-load checks across the STC CMP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943600"/>
            <a:ext cx="3200400" cy="27432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9CAEBD"/>
                </a:solidFill>
                <a:latin typeface="Segoe UI"/>
              </a:rPr>
              <a:t>STC CMP Test Automation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Broad validation of key CMP pages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Sanity At A Glance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2334"/>
                <a:gridCol w="8246225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Suite 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tests/sanity_tests.robot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Total test cases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48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Typical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~15 min sequential · ~5 min parallel (4)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Browser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Chrome (headed) or Headless Chrome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Prerequisites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Valid OpCo login; CMP reachable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Tags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sanity, positive, smoke (subset)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Ideal for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Post-deploy smoke, daily health check, pre-release sign-off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Run Commands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Four ways to run sanity on QE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Sanity — Run Commands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Full sanity — sequential, headed browser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Parallel (4 browsers) + email report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--parallel 4 --email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Only the smoke subset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--include smoke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# Headless for CI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--browser headlesschrome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Test Case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48 TCs organised across 10 CMP menu areas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1 — Device Pages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653142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Manage 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/ManageDevices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TC_SANITY_002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Upload History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/UploadHistory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Blank 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/BlankSims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TC_SANITY_004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Lost SIM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/LostSims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Pool/Shared Plan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/ManagePoolAndSharedPlanDetails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Retention Cases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/retentioncases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2 — Dashboards  &amp;  Group 3 — Rate/Pricing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Customer Dashboard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/CustomerDashboard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Account Plan (Wholesale)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/WholeSale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TC_SANITY_010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Price Model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/PriceModel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Addon / Data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/DataPlan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TC_SANITY_012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Device Plan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/DevicePlan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Zone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/ZoneManagement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4 — Services  &amp;  Group 5 — Reports  &amp;  Group 6 — Billing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4572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Service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/ServicePlan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TC_SANITY_015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IP Whitelisting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/IPWhitelisting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/ManageAPN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TC_SANITY_017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IP Pooling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/manageIPPooling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APN 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/manageApnRequest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TC_SANITY_019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Report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/Report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Report 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/ReportSubscriptions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TC_SANITY_021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Report Packages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/ReportPackage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Invoice (BU filter)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/ODSInvoice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7 — Admin (Part 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508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/ManageUser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TC_SANITY_024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API User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/ManageApiUser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Role &amp; Access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/ManageRole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WL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/WLBLTemplate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Upload Logo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/UploadLogo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SIM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/SIMRange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TC_SANITY_030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SIM Product Type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/ProductType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7 — Admin (Part 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SMSA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/smsaconfigurationpanel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TC_SANITY_032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Manage Label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/ManageLabel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CSR Journey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/CSRJourney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TC_SANITY_034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CSR Journey Penalties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/CSRJourneyPenaltiesAdjustments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Notification 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/NotificationTemplate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LBS Restriction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/LBSZone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Admin · Device Plan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/DevicePlanRequests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8 — Logs  &amp;  Group 9 — Rule Engine/Alerts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5715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TC_SANITY_039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API Transaction Log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/APITransactionLog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Rule Engine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/ManageRuleAuditLog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TC_SANITY_041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Batch Job Log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/BatchJobLog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Rule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/RuleEngine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TC_SANITY_043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Active Alerts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/ActiveAlerts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Alerts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/AlertsHistory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Group 10 — Orders &amp; Misc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904"/>
                <a:gridCol w="3943846"/>
                <a:gridCol w="4929808"/>
              </a:tblGrid>
              <a:tr h="9144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TC ID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Page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URL Path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Live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/LiveOrder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TC_SANITY_046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Order History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/OrderHistory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Download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/DownloadCenter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TC_SANITY_048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Ticketing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/Ticketing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What Each Test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The 3-step pattern every sanity TC follows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3-Step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1. Login to CMP (once per suite via Suite Setup)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2. Navigate to page URL (e.g. /ManageDevices)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3. Assert expected element appears: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Data grid → #gridData table tbody tr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Charts → canvas/svg inside dashboard container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Form page → submit button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If element visible within 30s → PASS. Else → FAIL with screenshot.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What Sanity Catches vs Misses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CATCHES: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Backend outage (API 500/timeout) → grid never renders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Frontend regression (JS error on page load) → grid missing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</a:t>
            </a:r>
          </a:p>
          <a:p>
            <a:pPr/>
            <a:r>
              <a:rPr sz="1600">
                <a:solidFill>
                  <a:srgbClr val="1E2936"/>
                </a:solidFill>
                <a:latin typeface="Segoe UI"/>
              </a:rPr>
              <a:t>• DOES NOT CATCH: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Functional bugs (wrong data, broken buttons, validation)</a:t>
            </a:r>
          </a:p>
          <a:p>
            <a:pPr lvl="1"/>
            <a:r>
              <a:rPr sz="1600">
                <a:solidFill>
                  <a:srgbClr val="1E2936"/>
                </a:solidFill>
                <a:latin typeface="Segoe UI"/>
              </a:rPr>
              <a:t>    ◦ Use module-specific suites for functional tests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Reading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Interpret pass/fail and re-run failures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Pass / Fail Dashboard Interpretation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6590"/>
                <a:gridCol w="4360984"/>
                <a:gridCol w="4360984"/>
              </a:tblGrid>
              <a:tr h="1143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Color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Action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Green — all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All 48 pages loaded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Deploy or proceed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Yellow — 1-3 FAIL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Couple of pages failed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Check screenshots; re-run failures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Red — 4+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Widespread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Likely backend/config issue — check VPN + DB + app 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Re-run Only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3385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python run_tests.py --sanity --env qe --rerunfailed reports/&lt;timestamp&gt;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Re-executes only the failing tests from the referenced run.</a:t>
            </a:r>
          </a:p>
          <a:p>
            <a:pPr/>
            <a:r>
              <a:rPr sz="1400">
                <a:solidFill>
                  <a:srgbClr val="1E2936"/>
                </a:solidFill>
                <a:latin typeface="Consolas"/>
              </a:rPr>
              <a:t>• Combined report merges new run into the original.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Failure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Common errors and their fixes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338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Segoe UI"/>
              </a:rPr>
              <a:t>Common Failures &amp; Fixes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34440"/>
          <a:ext cx="1133855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4886"/>
                <a:gridCol w="3488787"/>
                <a:gridCol w="3924886"/>
              </a:tblGrid>
              <a:tr h="76200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Error in Log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Cause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>
                    <a:solidFill>
                      <a:srgbClr val="0B2E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Element '#gridData' not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Grid API failed on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Check CMP API /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Captcha DB connection refused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VPN down or DB unreachable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Reconnect VPN; verify DB_HOST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Login page not redirecting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Wrong credentials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Update VALID_USERNAME/PASSWORD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Chrome crashed (OOM)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Server memory pressure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Lower --parallel; use headless</a:t>
                      </a:r>
                    </a:p>
                  </a:txBody>
                  <a:tcPr>
                    <a:solidFill>
                      <a:srgbClr val="EAEFF5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Multiple 'not visible' across pages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Viewport too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E2936"/>
                          </a:solidFill>
                          <a:latin typeface="Segoe UI"/>
                        </a:rPr>
                        <a:t>Export STC_CHROME_HEADED_WINDOW_SIZE=1680,945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492240"/>
            <a:ext cx="12191695" cy="18288"/>
          </a:xfrm>
          <a:prstGeom prst="rect">
            <a:avLst/>
          </a:prstGeom>
          <a:solidFill>
            <a:srgbClr val="F0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00" b="0">
                <a:solidFill>
                  <a:srgbClr val="5E6A78"/>
                </a:solidFill>
                <a:latin typeface="Segoe UI"/>
              </a:rPr>
              <a:t>STC Automation · QE Environment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2286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0" b="1">
                <a:solidFill>
                  <a:srgbClr val="F08C00"/>
                </a:solidFill>
                <a:latin typeface="Segoe UI"/>
              </a:rP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265176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Run It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36576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0">
                <a:solidFill>
                  <a:srgbClr val="CCD5E0"/>
                </a:solidFill>
                <a:latin typeface="Segoe UI"/>
              </a:rPr>
              <a:t>python run_tests.py --sanity --env qe --parallel 4 --email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