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8C00"/>
                </a:solidFill>
                <a:latin typeface="Segoe UI"/>
              </a:rPr>
              <a:t>STC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E2E Flow With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CCD5E0"/>
                </a:solidFill>
                <a:latin typeface="Segoe UI"/>
              </a:rPr>
              <a:t>Full SIM lifecycle — 22 steps in ~1.5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943600"/>
            <a:ext cx="3200400" cy="27432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9CAEBD"/>
                </a:solidFill>
                <a:latin typeface="Segoe UI"/>
              </a:rPr>
              <a:t>STC CMP Test Automation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The most comprehensive suite — API + UI + SSH +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E2E At A Glance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2334"/>
                <a:gridCol w="8246225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Suite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tests/e2e_flow_with_usage.robot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Total steps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22 (Step 1 → 19 with 1b / 5b / 16a / 16b inserts)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Typical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~1.5 hours (includes 5-min + 6-min backend waits)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Browser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Chrome (headed — do NOT use headless)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Prerequisites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QE app · VPN · SSH · MySQL · SMTP (if --email)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Cleanup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None — each run creates fresh EC/BU (timestamped)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Ideal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Release sign-off, regression validation, post-deploy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Run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Full run, skip a step, resume mid-flow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E2E — Run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Full E2E + email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--e2e-with-usage --env qe --email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Skip a step (e.g. invoice server down)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--e2e-with-usage --env qe --skip-test 'Step 17*'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Resume mid-flow with known EC/BU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tests/e2e_flow_with_usage.robot --env qe \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  --test 'Step 16a*' --test 'Step 16b*' \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  --variable E2E_EC_NAME:AQ_AUTO_EC_20260422140426 \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    --variable E2E_BU_NAME:AQ_AUTO_BU_20260422140426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Re-run only failures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--e2e-with-usage --env qe --rerunfailed reports/&lt;run&gt;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Phase 1 —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Steps 1 · 1b · 2 · 3  (~9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Phase 1 — Steps 1 to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/>
                <a:gridCol w="6349593"/>
                <a:gridCol w="1360627"/>
                <a:gridCol w="2267712"/>
              </a:tblGrid>
              <a:tr h="9144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Onboard EC + BU via SOAP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1b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Verify accounts on UI (5-min backend wait)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~5.5 min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Create Private APN under EC/BU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~40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Create CSR Journey (Tariff/APN/Bundle/DP)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~2.5 min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Phase 2 — SIM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Steps 4 · 5 · 5b  (~2.5 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Phase 2 — Steps 4 to 5b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/>
                <a:gridCol w="6349593"/>
                <a:gridCol w="1360627"/>
                <a:gridCol w="2267712"/>
              </a:tblGrid>
              <a:tr h="1143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SIM Range with 10 ICCID/IMSI on KSA_OPCO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~30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Create + Assign SIM Product Type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~30 sec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Expand EC Max IMSI +10 / BU Max SIM +10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~90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Phase 3 — SIM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Steps 6 · 7 · 8 · 9 · 10  (~2.5 min)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Phase 3 — Steps 6 to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/>
                <a:gridCol w="6349593"/>
                <a:gridCol w="1360627"/>
                <a:gridCol w="2267712"/>
              </a:tblGrid>
              <a:tr h="762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Create SIM Order (qty=10, Product Type from Step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Capture Order ID from Live Order grid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~20 sec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Fetch EC/BU IDs from MySQL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~5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SSH run start_createorder.sh &lt;order_id&gt;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SSH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~30 sec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Validate order New → 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Phase 4 — Response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Steps 11 · 12 · 13 · 14  (~1.5 min)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Phase 4 — Steps 11 to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/>
                <a:gridCol w="6349593"/>
                <a:gridCol w="1360627"/>
                <a:gridCol w="2267712"/>
              </a:tblGrid>
              <a:tr h="9144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Generate 3 response files + SCP 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~30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SSH run start_readorder.sh &lt;order_id&gt;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SSH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~30 sec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Validate order In Progress →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Validate 10 SIMs in Warm state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~30 sec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Phase 5 — Activation &amp;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Steps 15 · 16 · 16a · 16b  (~6 min)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Phase 5 — Steps 15 to 16b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/>
                <a:gridCol w="6349593"/>
                <a:gridCol w="1360627"/>
                <a:gridCol w="2267712"/>
              </a:tblGrid>
              <a:tr h="9144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SOAP API: Approve order (→ InActive)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~5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Activate 5 SIMs; capture IMSIs + MSISDNs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 min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16a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Usage injection (User Request + CDR API per IMSI)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16b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Validate DATA USAGE (MB) per IMSI on UI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~1.5 min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Phase 6 — Invoice &amp; Post-Order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Steps 17 · 18 · 19  (~11.5 min)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Phase 6 — Steps 17 to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/>
                <a:gridCol w="6349593"/>
                <a:gridCol w="1360627"/>
                <a:gridCol w="2267712"/>
              </a:tblGrid>
              <a:tr h="1143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Invoice API + SCP download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API+SSH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Second CSR Journey with different plan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~2.5 min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DP Change on 1 activated SIM + verify (6-min wait)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Step Variables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Data passed between steps (resume-from-middle)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Variables Set by Each Step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787"/>
                <a:gridCol w="1744393"/>
                <a:gridCol w="6105378"/>
              </a:tblGrid>
              <a:tr h="508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Set By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Used By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E2E_EC_NAME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Step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1b, 2, 3, 5, 5b, 6,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E2E_BU_NAME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Step 1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1b, 2, 3, 5b, 6, 8, 14, 16, 19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E2E_ORDER_ID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Step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8, 9, 10, 11, 12, 13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E2E_EC_ID / E2E_BU_ID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Step 8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9, 11, 17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@E2E_ACTIVATED_IMSIS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Step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16a, 16b,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@E2E_IMSI_DATA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Step 16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16b (MSISDNs)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E2E_CSR1_DP_ALIAS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Step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(reference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E2E_CSR2_BUNDLE_PLAN / DP_ALIAS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Step 18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Runtime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Where the ~1.5 hours is spent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Phase Duration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2834640"/>
                <a:gridCol w="4724400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Steps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 — 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1, 1b, 2,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~9 min (5-min backend wait)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2 — SIM Setup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4, 5, 5b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~2.5 min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3 — SIM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6-10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~2.5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4 — Response Processing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11-14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~1.5 min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5 — Activation +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15, 16, 16a, 16b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6 — Invoice + Post-Order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17, 18, 19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~11.5 min (6-min wait)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22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~1.5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Which step failed — and what to try first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Common E2E Failures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/>
                <a:gridCol w="4535424"/>
                <a:gridCol w="5442508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Symptom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Account not found after 10 min wait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QE slow — bump wait to 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Captcha DB error at login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VPN down; verify DB_HOST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9, 12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SSH 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Verify 'ssh user@host' manually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5b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Max IMSI save failed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Fixed — post-save verify is authoritative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old &amp; new DP can't be 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Fixed — excludes grid DP from 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16b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Usage not showing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Backend async — wait + retry standalone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Invoice download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Check INVOICE_API_URL + SSH creds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Ready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python run_tests.py --e2e-with-usage --env qe --email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