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8C00"/>
                </a:solidFill>
                <a:latin typeface="Segoe UI"/>
              </a:rPr>
              <a:t>STC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STC Automation — User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CCD5E0"/>
                </a:solidFill>
                <a:latin typeface="Segoe UI"/>
              </a:rPr>
              <a:t>From pre-requisites to email report on QE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943600"/>
            <a:ext cx="3200400" cy="27432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9CAEBD"/>
                </a:solidFill>
                <a:latin typeface="Segoe UI"/>
              </a:rPr>
              <a:t>STC CMP Test Automation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What This Framework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Robot Framework + Python for STC CMP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Framework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138160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Application under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STC CMP — React web app (QE: 10.121.77.45:8089)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Automation framework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Robot Framework 6.x + SeleniumLibrary + RequestsLibrary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Python 3.9+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Test runner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run_tests.py (central wrapper — always use this)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Total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1,042 test cases across 30 suites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Supported browsers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Chrome, Headless Chrome, Firefox, Edge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Report formats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HTML (Robot), combined log/report, PDF summary,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System Pre-requisites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What your machine needs before install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Pre-requisites —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E6A78"/>
                </a:solidFill>
                <a:latin typeface="Segoe UI"/>
              </a:rPr>
              <a:t>Run PowerShell as admin for installs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Python 3.9+ — tick 'Add Python to PATH' during install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Google Chrome (latest stable)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Git for Windows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Corporate VPN (to reach QE app + DB + SSH)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Pre-requisites — Linux (RHEL / CentOS via RPM)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E6A78"/>
                </a:solidFill>
                <a:latin typeface="Segoe UI"/>
              </a:rPr>
              <a:t>Install Python 3.9, build deps, Chrome, and Xvfb for headless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sudo yum install -y python39 python39-pip python39-devel git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sudo yum install -y gcc openssl-devel libffi-devel bzip2-devel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sudo yum install -y google-chrome-stable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sudo yum install -y wget unzip xorg-x11-server-Xvfb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Pre-requisites — Linux (Ubuntu / Debian)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sudo apt install -y python3.9 python3.9-venv python3-pip git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sudo apt install -y libxss1 libnss3 libgbm1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wget -qO - https://dl.google.com/linux/linux_signing_key.pub | sudo apt-key add -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sudo apt install -y google-chrome-stable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Network Access Required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3112"/>
                <a:gridCol w="7215447"/>
              </a:tblGrid>
              <a:tr h="762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https://10.121.77.45:8089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STC CMP QE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stc-db-qe.internal:3306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Captcha + account ID lookup (MySQL)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Order processing server:22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E2E Steps 9/12 (SSH)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smtp.gmail.com:587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Email reports (if --email flag used)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airlinq-global.atlassian.net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Jira bug logger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Install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Clone, venv, pip, .env — 5 commands to 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Install — 5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E6A78"/>
                </a:solidFill>
                <a:latin typeface="Segoe UI"/>
              </a:rPr>
              <a:t>After this, your prompt shows (venv) — all commands run with venv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git clone https://github.com/peeyush-tm/stc-robot-automation.git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cd stc-robot-automation &amp;&amp; git checkout feature-branch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-m venv venv &amp;&amp; .\venv\Scripts\Activate.ps1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pip install --upgrade pip &amp;&amp; pip install -r requirements.txt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cp .env.example .env  # then edit .env with your credentials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Verify Install — Quick Self-Test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--suite 'Login' --env qe --test 'TC_LOGIN_001*'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Expected: Chrome opens, framework logs in, test passes in ~30s.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If this works, install is good.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Two files: config/qe.json (committed) and .env (secrets)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config/qe.json — Key Entries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0984"/>
                <a:gridCol w="6977575"/>
              </a:tblGrid>
              <a:tr h="508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Key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What It Controls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BASE_URL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Main CMP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VALID_USERNAME / VALID_PASSWORD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Login credentials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DEFAULT_EC_ACCOUNT / DEFAULT_BU_ACCOUNT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Fallback test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DB_HOST / DB_USER / DB_PASS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MySQL for captcha + account lookup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SSH_HOST / SSH_USER / SSH_PASS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Order processing server (E2E Steps 9/12)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USAGE_API_URL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Usage injection endpoint (E2E 16a)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INVOICE_API_URL + INVOICE_SSH_*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Invoice generation + CSV download (E2E 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SIM_RANGE_ICCID/IMSI/MSISDN_FROM/TO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Deterministic SIM range values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.env — Email &amp; Jira Credentials (not in git)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SMTP_HOST=smtp.gmail.com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SMTP_PORT=587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SMTP_USER=your-email@gmail.com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SMTP_PASS=your-16-char-gmail-app-password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EMAIL_FROM=your-email@gmail.com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EMAIL_TO=recipient1@airlinq.com,recipient2@airlinq.com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NOTE: Gmail requires a 16-char App Password (not your login password).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    Enable 2FA first, then myaccount.google.com/apppasswords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Run Sanity on QE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48 page-load checks in ~5 minutes parallel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Sanity — Run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Full sanity — sequential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Recommended — parallel + email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 --parallel 4 --email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Smoke subset (3 min)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 --include smoke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Headless (CI)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 --browser headlesschrome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Run E2E Flow With Usage on QE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Full SIM lifecycle — 22 steps, ~1.5 hours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E2E With Usage — Run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E6A78"/>
                </a:solidFill>
                <a:latin typeface="Segoe UI"/>
              </a:rPr>
              <a:t>IMPORTANT: Do NOT use --browser headlesschrome for E2E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Full E2E + email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--e2e-with-usage --env qe --email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Skip a step (e.g. invoice if server down)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--e2e-with-usage --env qe --skip-test 'Step 17*'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Re-run only failures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--e2e-with-usage --env qe --rerunfailed reports/&lt;run&gt;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Email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Automatic HTML email with pass/fail + screenshots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What the Email Contains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8976360"/>
              </a:tblGrid>
              <a:tr h="65314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Section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Content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Subject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[STC][QE] Test Run Summary — YYYY-MM-DD — N/M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Header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Client, Env, run timestamp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Donut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Pass / Fail / Skip percentages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Summary table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Per-suite counts, duration, status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Failed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Each failure with error snippet + first screenshot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Attachments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combined_log.html, combined_report.html, execution_report.pdf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Email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Auth failed → Regenerate Gmail App Password; no spaces in SMTP_PASS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Connect failed → Firewall blocks 587; try SMTP_PORT=465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Email not received → Check spam; verify EMAIL_TO spelling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Test email without running → python send_report.py reports/&lt;past-run&gt;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Where Results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reports/&lt;timestamp&gt;/ with logs, screenshots, PDF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Results Folder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reports/2026-04-22_14-03-08/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├── combined_report.html      ← dashboard (open this first)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├── combined_log.html         ← drill-down per TC + screenshots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├── combined_output.xml       ← Robot XML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├── execution_report.pdf      ← exec summary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├── stc_test_data.json        ← machine-readable data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└── E2E_Flow_With_Usage/      ← per-suite screenshots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       Step_1b_step_01_PASS.png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       Step_5b_step_02_sm_add_imsi_confirmed.png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Most common issues and their fixes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Common Issues — Quick Reference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0984"/>
                <a:gridCol w="6977575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Problem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First Thing to Try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python: command not found (Linux)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Use python3 instead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ModuleNotFoundError: robotframework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Activate venv first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Chrome/chromedriver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Update Chrome to latest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Element not visible after 30s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Set STC_CHROME_HEADED_WINDOW_SIZE=1920,1080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Captcha DB connection refused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Check VPN; verify DB_HOST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E2E Step 9/12 SSH timeout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Try 'ssh user@host' manually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failed to change window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Pull latest — fixed in commit 41a9458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You're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Run python run_tests.py --sanity --env qe to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